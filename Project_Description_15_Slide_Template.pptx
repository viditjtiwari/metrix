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PROJECT TITLE &amp;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530840" cy="49415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Project Title</a:t>
            </a:r>
            <a:r>
              <a:rPr lang="en-IN"/>
              <a:t>: </a:t>
            </a:r>
            <a:endParaRPr lang="en-IN"/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rPr>
                <a:sym typeface="+mn-ea"/>
              </a:rPr>
              <a:t>Project </a:t>
            </a:r>
            <a:r>
              <a:rPr lang="en-IN">
                <a:sym typeface="+mn-ea"/>
              </a:rPr>
              <a:t>Objective</a:t>
            </a:r>
            <a:r>
              <a:rPr lang="en-IN">
                <a:sym typeface="+mn-ea"/>
              </a:rPr>
              <a:t>: </a:t>
            </a:r>
            <a:endParaRPr lang="en-IN"/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Student Name(s) | Roll No.</a:t>
            </a:r>
          </a:p>
          <a:p>
            <a:pPr marL="914400" lvl="1" indent="-457200" algn="l">
              <a:spcAft>
                <a:spcPts val="800"/>
              </a:spcAft>
              <a:buAutoNum type="arabicPeriod"/>
              <a:defRPr sz="2000" b="0"/>
            </a:pPr>
            <a:r>
              <a:rPr lang="en-IN"/>
              <a:t>ABC 			23EJICSXX1</a:t>
            </a:r>
            <a:endParaRPr lang="en-IN"/>
          </a:p>
          <a:p>
            <a:pPr marL="914400" lvl="1" indent="-457200" algn="l">
              <a:spcAft>
                <a:spcPts val="800"/>
              </a:spcAft>
              <a:buAutoNum type="arabicPeriod"/>
              <a:defRPr sz="2000" b="0"/>
            </a:pPr>
            <a:r>
              <a:rPr lang="en-IN"/>
              <a:t>ABCD			</a:t>
            </a:r>
            <a:r>
              <a:rPr lang="en-IN">
                <a:sym typeface="+mn-ea"/>
              </a:rPr>
              <a:t>23EJICSXX2</a:t>
            </a:r>
            <a:endParaRPr lang="en-IN">
              <a:sym typeface="+mn-ea"/>
            </a:endParaRPr>
          </a:p>
          <a:p>
            <a:pPr marL="914400" lvl="1" indent="-457200" algn="l">
              <a:spcAft>
                <a:spcPts val="800"/>
              </a:spcAft>
              <a:buAutoNum type="arabicPeriod"/>
              <a:defRPr sz="2000" b="0"/>
            </a:pPr>
            <a:r>
              <a:rPr lang="en-IN">
                <a:sym typeface="+mn-ea"/>
              </a:rPr>
              <a:t>ABCDE			23EJICSXX3</a:t>
            </a:r>
            <a:endParaRPr lang="en-IN"/>
          </a:p>
          <a:p>
            <a:pPr marL="914400" lvl="1" indent="-457200" algn="l">
              <a:spcAft>
                <a:spcPts val="800"/>
              </a:spcAft>
              <a:buAutoNum type="arabicPeriod"/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Guide / Mentor</a:t>
            </a:r>
          </a:p>
          <a:p>
            <a:pPr algn="l">
              <a:spcAft>
                <a:spcPts val="800"/>
              </a:spcAft>
              <a:defRPr sz="2000" b="0"/>
            </a:pPr>
            <a:r>
              <a:t>Department | Institution</a:t>
            </a:r>
          </a:p>
          <a:p>
            <a:pPr algn="l">
              <a:spcAft>
                <a:spcPts val="800"/>
              </a:spcAft>
              <a:defRPr sz="2000" b="0"/>
            </a:pPr>
            <a:r>
              <a:t>Academic Year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573385" cy="50399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• Background / Context</a:t>
            </a:r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• Problem being addressed</a:t>
            </a:r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• Target users / stakeholders</a:t>
            </a:r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• Proposed solution</a:t>
            </a:r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• 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• Existing problem / gap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Why the problem matters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Limitations of existing approach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Specific problem statement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1. Objective 1</a:t>
            </a:r>
          </a:p>
          <a:p>
            <a:pPr algn="l">
              <a:spcAft>
                <a:spcPts val="800"/>
              </a:spcAft>
              <a:defRPr sz="2000" b="0"/>
            </a:pPr>
            <a:r>
              <a:t>2. Objective 2</a:t>
            </a:r>
          </a:p>
          <a:p>
            <a:pPr algn="l">
              <a:spcAft>
                <a:spcPts val="800"/>
              </a:spcAft>
              <a:defRPr sz="2000" b="0"/>
            </a:pPr>
            <a:r>
              <a:t>3. Objective 3</a:t>
            </a:r>
          </a:p>
          <a:p>
            <a:pPr algn="l">
              <a:spcAft>
                <a:spcPts val="800"/>
              </a:spcAft>
              <a:defRPr sz="2000" b="0"/>
            </a:pPr>
            <a:r>
              <a:t>4. Objective 4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Key measurable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LITERATURE /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• Existing methods / systems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Related studies / products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Comparison of approaches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Identified research / implementation gap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Proposed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• System concept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Major modules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Key features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Inputs → Processing → Outputs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Innovation / distinguishing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Insert system architecture diagram here</a:t>
            </a:r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[User / Input] → [Application] → [Processing / ML] → [Database / Output]</a:t>
            </a:r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Add technologies and interfaces 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INCLUSION 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Start</a:t>
            </a:r>
          </a:p>
          <a:p>
            <a:pPr algn="l">
              <a:spcAft>
                <a:spcPts val="800"/>
              </a:spcAft>
              <a:defRPr sz="2000" b="0"/>
            </a:pPr>
            <a:r>
              <a:t>↓</a:t>
            </a:r>
          </a:p>
          <a:p>
            <a:pPr algn="l">
              <a:spcAft>
                <a:spcPts val="800"/>
              </a:spcAft>
              <a:defRPr sz="2000" b="0"/>
            </a:pPr>
            <a:r>
              <a:t>Requirement / Eligibility Check</a:t>
            </a:r>
          </a:p>
          <a:p>
            <a:pPr algn="l">
              <a:spcAft>
                <a:spcPts val="800"/>
              </a:spcAft>
              <a:defRPr sz="2000" b="0"/>
            </a:pPr>
            <a:r>
              <a:t>↓</a:t>
            </a:r>
          </a:p>
          <a:p>
            <a:pPr algn="l">
              <a:spcAft>
                <a:spcPts val="800"/>
              </a:spcAft>
              <a:defRPr sz="2000" b="0"/>
            </a:pPr>
            <a:r>
              <a:t>Data / Document Collection</a:t>
            </a:r>
          </a:p>
          <a:p>
            <a:pPr algn="l">
              <a:spcAft>
                <a:spcPts val="800"/>
              </a:spcAft>
              <a:defRPr sz="2000" b="0"/>
            </a:pPr>
            <a:r>
              <a:t>↓</a:t>
            </a:r>
          </a:p>
          <a:p>
            <a:pPr algn="l">
              <a:spcAft>
                <a:spcPts val="800"/>
              </a:spcAft>
              <a:defRPr sz="2000" b="0"/>
            </a:pPr>
            <a:r>
              <a:t>Validation</a:t>
            </a:r>
          </a:p>
          <a:p>
            <a:pPr algn="l">
              <a:spcAft>
                <a:spcPts val="800"/>
              </a:spcAft>
              <a:defRPr sz="2000" b="0"/>
            </a:pPr>
            <a:r>
              <a:t>↓</a:t>
            </a:r>
          </a:p>
          <a:p>
            <a:pPr algn="l">
              <a:spcAft>
                <a:spcPts val="800"/>
              </a:spcAft>
              <a:defRPr sz="2000" b="0"/>
            </a:pPr>
            <a:r>
              <a:t>Processing / Decision Module</a:t>
            </a:r>
          </a:p>
          <a:p>
            <a:pPr algn="l">
              <a:spcAft>
                <a:spcPts val="800"/>
              </a:spcAft>
              <a:defRPr sz="2000" b="0"/>
            </a:pPr>
            <a:r>
              <a:t>↓</a:t>
            </a:r>
          </a:p>
          <a:p>
            <a:pPr algn="l">
              <a:spcAft>
                <a:spcPts val="800"/>
              </a:spcAft>
              <a:defRPr sz="2000" b="0"/>
            </a:pPr>
            <a:r>
              <a:t>Output / Service</a:t>
            </a:r>
          </a:p>
          <a:p>
            <a:pPr algn="l">
              <a:spcAft>
                <a:spcPts val="800"/>
              </a:spcAft>
              <a:defRPr sz="2000" b="0"/>
            </a:pPr>
            <a:r>
              <a:t>↓</a:t>
            </a:r>
          </a:p>
          <a:p>
            <a:pPr algn="l">
              <a:spcAft>
                <a:spcPts val="800"/>
              </a:spcAft>
              <a:defRPr sz="2000" b="0"/>
            </a:pPr>
            <a:r>
              <a:t>End</a:t>
            </a:r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Replace with your project-specific flowchart.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FUNCTIONAL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Module 1 – Description</a:t>
            </a:r>
          </a:p>
          <a:p>
            <a:pPr algn="l">
              <a:spcAft>
                <a:spcPts val="800"/>
              </a:spcAft>
              <a:defRPr sz="2000" b="0"/>
            </a:pPr>
            <a:r>
              <a:t>Module 2 – Description</a:t>
            </a:r>
          </a:p>
          <a:p>
            <a:pPr algn="l">
              <a:spcAft>
                <a:spcPts val="800"/>
              </a:spcAft>
              <a:defRPr sz="2000" b="0"/>
            </a:pPr>
            <a:r>
              <a:t>Module 3 – Description</a:t>
            </a:r>
          </a:p>
          <a:p>
            <a:pPr algn="l">
              <a:spcAft>
                <a:spcPts val="800"/>
              </a:spcAft>
              <a:defRPr sz="2000" b="0"/>
            </a:pPr>
            <a:r>
              <a:t>Module 4 – Description</a:t>
            </a:r>
          </a:p>
          <a:p>
            <a:pPr algn="l">
              <a:spcAft>
                <a:spcPts val="800"/>
              </a:spcAft>
              <a:defRPr sz="2000" b="0"/>
            </a:pPr>
            <a:r>
              <a:t>Module 5 – Description</a:t>
            </a:r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Show module dependencies where applicable.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USE CASE /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Actor(s): Student / Faculty / Admin / User</a:t>
            </a:r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Use Case 1 → Action → System Response</a:t>
            </a:r>
          </a:p>
          <a:p>
            <a:pPr algn="l">
              <a:spcAft>
                <a:spcPts val="800"/>
              </a:spcAft>
              <a:defRPr sz="2000" b="0"/>
            </a:pPr>
            <a:r>
              <a:t>Use Case 2 → Action → System Response</a:t>
            </a:r>
          </a:p>
          <a:p>
            <a:pPr algn="l">
              <a:spcAft>
                <a:spcPts val="800"/>
              </a:spcAft>
              <a:defRPr sz="2000" b="0"/>
            </a:pPr>
            <a:r>
              <a:t>Use Case 3 → Action → System Response</a:t>
            </a:r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Insert UML use-case or user-flow diagram.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DATABASE / DATA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• Data sources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Dataset / entities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ER diagram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Tables and key attributes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Relationships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Data validation /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UI / UX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Screen 1 – Login / Home</a:t>
            </a:r>
          </a:p>
          <a:p>
            <a:pPr algn="l">
              <a:spcAft>
                <a:spcPts val="800"/>
              </a:spcAft>
              <a:defRPr sz="2000" b="0"/>
            </a:pPr>
            <a:r>
              <a:t>Screen 2 – Dashboard</a:t>
            </a:r>
          </a:p>
          <a:p>
            <a:pPr algn="l">
              <a:spcAft>
                <a:spcPts val="800"/>
              </a:spcAft>
              <a:defRPr sz="2000" b="0"/>
            </a:pPr>
            <a:r>
              <a:t>Screen 3 – Input / Form</a:t>
            </a:r>
          </a:p>
          <a:p>
            <a:pPr algn="l">
              <a:spcAft>
                <a:spcPts val="800"/>
              </a:spcAft>
              <a:defRPr sz="2000" b="0"/>
            </a:pPr>
            <a:r>
              <a:t>Screen 4 – Results / Report</a:t>
            </a:r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Insert wireframes, mock-ups, or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TECHNICAL DESIGN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• Technology stack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Hardware / software requirements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API / service design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Algorithms / models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Security considerations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Deployment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TESTING &amp; 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• Test strategy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Test cases / scenarios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Functional testing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Performance / accuracy metrics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Expected results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Validation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1"/>
            </a:pPr>
            <a:r>
              <a:t>TIMELINE, DELIVERABLES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/>
            </a:pPr>
            <a:r>
              <a:t>Phase 1 – Requirement Analysis</a:t>
            </a:r>
          </a:p>
          <a:p>
            <a:pPr algn="l">
              <a:spcAft>
                <a:spcPts val="800"/>
              </a:spcAft>
              <a:defRPr sz="2000" b="0"/>
            </a:pPr>
            <a:r>
              <a:t>Phase 2 – Design</a:t>
            </a:r>
          </a:p>
          <a:p>
            <a:pPr algn="l">
              <a:spcAft>
                <a:spcPts val="800"/>
              </a:spcAft>
              <a:defRPr sz="2000" b="0"/>
            </a:pPr>
            <a:r>
              <a:t>Phase 3 – Development</a:t>
            </a:r>
          </a:p>
          <a:p>
            <a:pPr algn="l">
              <a:spcAft>
                <a:spcPts val="800"/>
              </a:spcAft>
              <a:defRPr sz="2000" b="0"/>
            </a:pPr>
            <a:r>
              <a:t>Phase 4 – Testing</a:t>
            </a:r>
          </a:p>
          <a:p>
            <a:pPr algn="l">
              <a:spcAft>
                <a:spcPts val="800"/>
              </a:spcAft>
              <a:defRPr sz="2000" b="0"/>
            </a:pPr>
            <a:r>
              <a:t>Phase 5 – Deployment / Documentation</a:t>
            </a:r>
          </a:p>
          <a:p>
            <a:pPr algn="l">
              <a:spcAft>
                <a:spcPts val="800"/>
              </a:spcAft>
              <a:defRPr sz="2000" b="0"/>
            </a:pPr>
          </a:p>
          <a:p>
            <a:pPr algn="l">
              <a:spcAft>
                <a:spcPts val="800"/>
              </a:spcAft>
              <a:defRPr sz="2000" b="0"/>
            </a:pPr>
            <a:r>
              <a:t>Key Deliverables: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Working prototype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Design documents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Test report</a:t>
            </a:r>
          </a:p>
          <a:p>
            <a:pPr algn="l">
              <a:spcAft>
                <a:spcPts val="800"/>
              </a:spcAft>
              <a:defRPr sz="2000" b="0"/>
            </a:pPr>
            <a:r>
              <a:t>• Final project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3048</Words>
  <Application>WPS Presentation</Application>
  <PresentationFormat>On-screen Show (4:3)</PresentationFormat>
  <Paragraphs>216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Rajendra Purohit</cp:lastModifiedBy>
  <cp:revision>2</cp:revision>
  <dcterms:created xsi:type="dcterms:W3CDTF">2013-01-27T09:14:00Z</dcterms:created>
  <dcterms:modified xsi:type="dcterms:W3CDTF">2026-09-25T03:50:17Z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2BCAF948F14048228A13A804BAD3D824_12</vt:lpwstr>
  </property>
  <property fmtid="{D5CDD505-2E9C-101B-9397-08002B2CF9AE}" pid="3" name="KSOProductBuildVer">
    <vt:lpwstr>1033-12.1.0.28485</vt:lpwstr>
  </property>
</Properties>
</file>